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Lock-Free SPSC Unbounded Queue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Dive: Working, Testing, &amp; Benchmarking</a:t>
            </a:r>
          </a:p>
          <a:p>
            <a:r>
              <a:t>Thread-Safe Queue (tsq)</a:t>
            </a:r>
          </a:p>
          <a:p>
            <a: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Dropping the 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thread-safe queues rely heavily on std::mutex.</a:t>
            </a:r>
          </a:p>
          <a:p>
            <a:r>
              <a:t>- Introduces massive overhead (Context switching).</a:t>
            </a:r>
          </a:p>
          <a:p>
            <a:r>
              <a:t>- High CPU contention when producers and consumers run simultaneously.</a:t>
            </a:r>
          </a:p>
          <a:p/>
          <a:p>
            <a:pPr>
              <a:defRPr b="1"/>
            </a:pPr>
            <a:r>
              <a:t>The Solution:</a:t>
            </a:r>
          </a:p>
          <a:p>
            <a:r>
              <a:t>An SPSC algorithm that passes data utilizing atomic pointers instead of locks, creating a Wait-Free &amp; Lock-Free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Architecture: The Stub Node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Goal: Never let the consumer see a node until data inside is completely written.</a:t>
            </a:r>
          </a:p>
          <a:p>
            <a:r>
              <a:t>1. Queue starts with 1 blank stub node. 'head' and 'tail' point to it.</a:t>
            </a:r>
          </a:p>
          <a:p>
            <a:r>
              <a:t>2. 'tail' always points to a meaningless dummy node that the consumer ignores.</a:t>
            </a:r>
          </a:p>
          <a:p>
            <a:r>
              <a:t>3. Producer writes data into the dummy node, creates another empty node, and assigns tail to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Synchronization: Memory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 instruction re-ordering means standard assignments cause race conditions.</a:t>
            </a:r>
          </a:p>
          <a:p>
            <a:pPr>
              <a:defRPr b="1"/>
            </a:pPr>
            <a:r>
              <a:t>Producer (Push): std::memory_order_release</a:t>
            </a:r>
          </a:p>
          <a:p>
            <a:r>
              <a:t>- Tells CPU: Do not link the pointer until memory write is fully finished.</a:t>
            </a:r>
          </a:p>
          <a:p>
            <a:pPr>
              <a:defRPr b="1"/>
            </a:pPr>
            <a:r>
              <a:t>Consumer (Pop): std::memory_order_acquire</a:t>
            </a:r>
          </a:p>
          <a:p>
            <a:r>
              <a:t>- Tells CPU: Do not read the memory until the next pointer has been verified.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Rigorous Validation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Tested comprehensively in 'test_spsc_unbounded.cpp':</a:t>
            </a:r>
          </a:p>
          <a:p>
            <a:r>
              <a:t>[Pass] Basic Validation (Push/pop with assertions.)</a:t>
            </a:r>
          </a:p>
          <a:p>
            <a:r>
              <a:t>[Pass] Emplace + Peek (In-place construction and non-consuming reads.)</a:t>
            </a:r>
          </a:p>
          <a:p>
            <a:r>
              <a:t>[Pass] Zero/Empty Edge Cases (Prevent dangling reads.)</a:t>
            </a:r>
          </a:p>
          <a:p>
            <a:r>
              <a:t>[Pass] Burst &amp; Drain (Fast pushing 10,000 items, and emptying instantly.)</a:t>
            </a:r>
          </a:p>
          <a:p>
            <a:r>
              <a:t>[Pass] Concurrent SPSC Stress (100,000 items checked for exact sequence.)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Benchmarking Throughput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Operations processing 5,000,000 integers (ops/sec):</a:t>
            </a:r>
          </a:p>
          <a:p>
            <a:r>
              <a:t>Custom Blocking MPMC: 2.62 Million</a:t>
            </a:r>
          </a:p>
          <a:p>
            <a:r>
              <a:t>Custom Lock-Free SPSC: 4.55 Million</a:t>
            </a:r>
          </a:p>
          <a:p>
            <a:r>
              <a:t>Baseline std::queue: 5.57 Million</a:t>
            </a:r>
          </a:p>
          <a:p/>
          <a:p>
            <a:pPr>
              <a:defRPr b="1"/>
            </a:pPr>
            <a:r>
              <a:t>Analysis:</a:t>
            </a:r>
          </a:p>
          <a:p>
            <a:r>
              <a:t>Lock-Free is ~2x faster than custom blocking. However, std::queue wins due to memory allocation chunking.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Phase: The Bounded Ring Buffer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Unbounded Lock-Free Queue exposed 'new node()' allocations as the ultimate bottleneck.</a:t>
            </a:r>
          </a:p>
          <a:p>
            <a:r>
              <a:t>- The final evolution is our lockfree_spsc_bounded queue.</a:t>
            </a:r>
          </a:p>
          <a:p>
            <a:r>
              <a:t>- Moves the memory to a compile-time Ring Buffer.</a:t>
            </a:r>
          </a:p>
          <a:p>
            <a:r>
              <a:t>- Zero runtime allocations will obliterate all existing baseline benchmarks.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